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ONE-DAY VERSION. Built from tts-day2-active-beats-passive.pptx by tools/one_day_decks.py: don't edit this file, edit the master and rebuild. Timings and running order: /facilitator/one-day. The other notes come from the three-session version: read "next week" as "after lunch" or "in the 1-week email".</a:t>
            </a:r>
          </a:p>
          <a:p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Follow the instructions on YOUR sheet.</a:t>
            </a:r>
          </a:p>
          <a:p>
            <a:r>
              <a:t>WHY</a:t>
            </a:r>
          </a:p>
          <a:p>
            <a:r>
              <a:t>  Nonsense words nod to Ebbinghaus's nonsense syllables. A vs B is re-reading vs retrieval practice (Roediger &amp; Karpicke 2006). → /papers/roediger-karpicke-2006</a:t>
            </a:r>
          </a:p>
          <a:p>
            <a:r>
              <a:t>FACILITATOR</a:t>
            </a:r>
          </a:p>
          <a:p>
            <a:r>
              <a:t>  Hand out word sheets: half Version A, half Version B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how do you prefer to learn? discussing / watching YouTube / reading / 'nothing, just biscuits and tea'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A wins: 're-reading FEELS better, and today it works. Watch what happens over a week.'</a:t>
            </a:r>
          </a:p>
          <a:p>
            <a:r>
              <a:t>  If B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A vs B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Collect the slips, names on. Keep them for Day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apart, and why we'll test the blorps again next week.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/papers/lave-wenger-1991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live, narrating each click: sign in → new presentation → one word-cloud slide → Share → copy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Sticks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In one day ·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Sticks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https://teaching-that-sticks.github.io/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Before lunch: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This morning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This afternoon: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this morning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Hours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Group A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 (don’t fold)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a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And again.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Group B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. T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Repeat this once.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follow the instructions on your sheet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</a:t>
            </a:r>
            <a:r>
              <a:rPr sz="5400" b="1">
                <a:solidFill>
                  <a:srgbClr val="B24101"/>
                </a:solidFill>
                <a:latin typeface="Georgia"/>
              </a:rPr>
              <a:t>did it stick?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Sticks,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teaching-that-sticks.github.io/theories</a:t>
            </a:r>
          </a:p>
          <a:p>
            <a:r>
              <a:rPr sz="1600"/>
              <a:t>This deck: Teaching That Sticks,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1913</Words>
  <Application>Microsoft Macintosh PowerPoint</Application>
  <PresentationFormat>Widescreen</PresentationFormat>
  <Paragraphs>223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one-day build of tts-day2-active-beats-passive.pptx sha256:82345db22417ba1b</dc:description>
  <cp:lastModifiedBy>Robinson, Adrian J</cp:lastModifiedBy>
  <cp:revision>71</cp:revision>
  <dcterms:created xsi:type="dcterms:W3CDTF">2013-01-27T09:14:16Z</dcterms:created>
  <dcterms:modified xsi:type="dcterms:W3CDTF">2026-10-02T16:54:27Z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