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Keep the ranking result for 'Make 10 minutes active'. Don't explain it yet.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Back to the ranking from the Menti tour (show the result). That's what we FEEL helps.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