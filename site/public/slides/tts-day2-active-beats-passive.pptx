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how do you prefer to learn? discussing / watching YouTube / reading / 'nothing, just biscuits and tea'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/papers/lave-wenger-1991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</a:t>
            </a:r>
            <a:r>
              <a:rPr sz="5400" b="1">
                <a:solidFill>
                  <a:srgbClr val="B24101"/>
                </a:solidFill>
                <a:latin typeface="Georgia"/>
              </a:rPr>
              <a:t>did it stick?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Sticks,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teaching-that-sticks.github.io/theories</a:t>
            </a:r>
          </a:p>
          <a:p>
            <a:r>
              <a:rPr sz="1600"/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