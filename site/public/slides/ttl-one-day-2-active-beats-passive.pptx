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ttl-day2-active-beats-passive.pptx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Follow the instructions on YOUR sheet.</a:t>
            </a:r>
          </a:p>
          <a:p>
            <a:r>
              <a:t>WHY</a:t>
            </a:r>
          </a:p>
          <a:p>
            <a:r>
              <a:t>  Nonsense words nod to Ebbinghaus's nonsense syllables. A vs B is re-reading vs retrieval practice (Roediger &amp; Karpicke 2006). → /papers/roediger-karpicke-2006</a:t>
            </a:r>
          </a:p>
          <a:p>
            <a:r>
              <a:t>FACILITATOR</a:t>
            </a:r>
          </a:p>
          <a:p>
            <a:r>
              <a:t>  Hand out word sheets: half Version A, half Version B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what helps you learn most? listening to a talk / taking notes / explaining it to someone / working it through with colleagues / 'nothing, just biscuits and tea'</a:t>
            </a:r>
          </a:p>
          <a:p>
            <a:r>
              <a:t>  Keep the ranking result for 'Make 10 minutes active'. Don't explain it yet.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A wins: 're-reading FEELS better, and today it works. Watch what happens over a week.'</a:t>
            </a:r>
          </a:p>
          <a:p>
            <a:r>
              <a:t>  If B wins: 'already. Now imagine a week.'</a:t>
            </a:r>
          </a:p>
          <a:p>
            <a:r>
              <a:t>FACILITATOR</a:t>
            </a:r>
          </a:p>
          <a:p>
            <a:r>
              <a:t>  Hand out retest slips. Score 1 per meaning roughly right. Tally A vs B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Collect the slips, names on. Keep them for Day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Back to the ranking from the Menti tour (show the result). That's what we FEEL helps. Research puts them in an order: listening, then doing something with it, then explaining it in your own words, then working it through together. The more people do with an idea, the more they tend to learn.</a:t>
            </a:r>
          </a:p>
          <a:p>
            <a:r>
              <a:t>  This is a scale, not percentages: the 'learning pyramid' (5% for lectures, 90% for teaching others) was never measured.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/papers/learning-by-taking-part</a:t>
            </a:r>
          </a:p>
          <a:p>
            <a:r>
              <a:t>  The scale is ICAP (Chi &amp; Wylie 2014): the broad order is well supported; the exact steps are debated. Like the blorps: what feels like it works today isn't always what lasts. → /theories/active-is-a-scale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that, and which step on the scale?</a:t>
            </a:r>
          </a:p>
          <a:p>
            <a:r>
              <a:t>LAST 3 MINUTES</a:t>
            </a:r>
          </a:p>
          <a:p>
            <a:r>
              <a:t>  Copy the headline onto section 4 of the worksheet: what learners do, the strategy, where, and what they need.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live, narrating each click: sign in → new presentation → one word-cloud slide → Share → copy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thatlands.u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Lands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/>
              </a:rPr>
              <a:t>https://teachingthatlands.uk/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Before lunch: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This morning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this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Hours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Group A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 (don’t fold)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a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Group B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. T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Repeat this once.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follow the instructions on your sheet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did it land?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B7EA1B-924D-9A04-71C0-576FBA2D9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403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Lands,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teachingthatlands.uk/theories</a:t>
            </a:r>
          </a:p>
          <a:p>
            <a:r>
              <a:rPr sz="1600"/>
              <a:t>This deck: Teaching That Lands,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2052</Words>
  <Application>Microsoft Macintosh PowerPoint</Application>
  <PresentationFormat>Widescreen</PresentationFormat>
  <Paragraphs>225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ttl-day2-active-beats-passive.pptx sha256:245ed9105d0e83c6</dc:description>
  <cp:lastModifiedBy>Robinson, Adrian J</cp:lastModifiedBy>
  <cp:revision>72</cp:revision>
  <dcterms:created xsi:type="dcterms:W3CDTF">2013-01-27T09:14:16Z</dcterms:created>
  <dcterms:modified xsi:type="dcterms:W3CDTF">2026-10-06T22:22:44Z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