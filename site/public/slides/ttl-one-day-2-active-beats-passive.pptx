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Keep the ranking result for 'Make 10 minutes active'. Don't explain it yet.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Back to the ranking from the Menti tour (show the result). That's what we FEEL helps.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  <a:r>
              <a:rPr sz="5400" b="1">
                <a:solidFill>
                  <a:srgbClr val="B24101"/>
                </a:solidFill>
                <a:latin typeface="Georgia"/>
              </a:rPr>
              <a:t/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ttl-day2-active-beats-passive.pptx sha256:3245e18465b8aea9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