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ttl-day2-active-beats-passive.pptx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Read the top of your sheet and do what it says. Both groups keep going till time's up.</a:t>
            </a:r>
          </a:p>
          <a:p>
            <a:r>
              <a:t>WHY</a:t>
            </a:r>
          </a:p>
          <a:p>
            <a:r>
              <a:t>  Nonsense words nod to Ebbinghaus's nonsense syllables. Flat vs Fold is re-reading vs retrieval practice (Roediger &amp; Karpicke 2006). → /papers/testing-beats-re-reading</a:t>
            </a:r>
          </a:p>
          <a:p>
            <a:r>
              <a:t>FACILITATOR</a:t>
            </a:r>
          </a:p>
          <a:p>
            <a:r>
              <a:t>  Hand out word sheets: half Flat, half Fold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what helps you learn most? listening to a talk / taking notes / explaining it to someone / working it through with colleagues / 'nothing, just biscuits and tea'</a:t>
            </a:r>
          </a:p>
          <a:p>
            <a:r>
              <a:t>  Mention once, in passing, that this is what THEY feel helps. Don't explain the research yet, and don't reopen Menti later.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Flat wins: 're-reading FEELS better, and today it works. The research says that fades over days.'</a:t>
            </a:r>
          </a:p>
          <a:p>
            <a:r>
              <a:t>  If Fold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Flat vs Fold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Then swap with a neighbour, read the answers out, they score. Slips aren't kept: Day 3 asks 'who remembers what a blorp is?' out loud.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Earlier you told me what you FEEL helps (no need to go back to Menti). Research puts them in an order: listening, then doing something with it, then explaining it in your own words, then working it through together. The more people do with an idea, the more they tend to learn.</a:t>
            </a:r>
          </a:p>
          <a:p>
            <a:r>
              <a:t>  This is a scale, not percentages: the 'learning pyramid' (5% for lectures, 90% for teaching others) was never measured.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/papers/learning-by-taking-part</a:t>
            </a:r>
          </a:p>
          <a:p>
            <a:r>
              <a:t>  The scale is ICAP (Chi &amp; Wylie 2014): the broad order is well supported; the exact steps are debated. Like the blorps: what feels like it works today isn't always what lasts. → /theories/active-is-a-scale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that, and which step on the scale?</a:t>
            </a:r>
          </a:p>
          <a:p>
            <a:r>
              <a:t>LAST 3 MINUTES</a:t>
            </a:r>
          </a:p>
          <a:p>
            <a:r>
              <a:t>  Copy the headline onto section 4 of the worksheet: what learners do, the strategy, where, and what they need.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only if there's time (skip it otherwise: 'the steps are on your task sheet'). Click the mentimeter.com link on the slide → sign in → New presentation → one word-cloud slide → Share → copy the link. Narrate each click.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remember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hyperlink" Target="https://www.mentimeter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Before lunch: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morning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this morning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Hours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Flat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it again.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Keep going till time's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Fold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it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it. Test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Keep testing till time's up.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read the top of your sheet and do what it says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  <a:hlinkClick r:id="rId4"/>
              </a:rPr>
              <a:t>mentimeter.com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did it land?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82B7EA1B-924D-9A04-71C0-576FBA2D9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2052</Words>
  <Application>Microsoft Macintosh PowerPoint</Application>
  <PresentationFormat>Widescreen</PresentationFormat>
  <Paragraphs>225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ttl-day2-active-beats-passive.pptx sha256:fd6ddf433b435d0e</dc:description>
  <cp:lastModifiedBy>Robinson, Adrian J</cp:lastModifiedBy>
  <cp:revision>72</cp:revision>
  <dcterms:created xsi:type="dcterms:W3CDTF">2013-01-27T09:14:16Z</dcterms:created>
  <dcterms:modified xsi:type="dcterms:W3CDTF">2026-10-06T22:22:44Z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