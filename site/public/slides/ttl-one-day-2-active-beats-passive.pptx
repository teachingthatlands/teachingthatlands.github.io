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Read the top of your sheet and do what it says. Both groups keep going till time's up.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Mention once, in passing, that this is what THEY feel helps. Don't explain the research yet, and don't reopen Menti later.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The research says that fades over days.'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Then swap with a neighbour, read the answers out, they score. Slips aren't kept: Day 3 asks 'who remembers what a blorp is?' out loud.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Earlier you told me what you FEEL helps (no need to go back to Menti).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only if there's time (skip it otherwise: 'the steps are on your task sheet'). Click the mentimeter.com link on the slide → sign in → New presentation → one word-cloud slide → Share → copy the link. Narrate each click.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www.mentimeter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it again.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Keep going till time's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it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it. Test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Keep testing till time's up.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read the top of your sheet and do what it says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  <a:hlinkClick r:id="rId4"/>
              </a:rPr>
              <a:t>mentimeter.com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ttl-day2-active-beats-passive.pptx sha256:94f844347c5fcd1a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