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88000"/>
            <a:ext cx="6840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500" b="1" i="0" u="none">
                <a:solidFill>
                  <a:srgbClr val="333333"/>
                </a:solidFill>
                <a:latin typeface="Georgia"/>
              </a:rPr>
              <a:t>Teaching That Lands: your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576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800" b="0" i="1" u="none">
                <a:solidFill>
                  <a:srgbClr val="6C6F85"/>
                </a:solidFill>
                <a:latin typeface="Aptos"/>
              </a:rPr>
              <a:t>Anonymous. About three minutes. Thank you. (The grey labels are Kirkpatrick's levels: this form is Day 3 in practice.)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86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How happy were you with the sessions overall (organisation, room, pace)?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1116000"/>
            <a:ext cx="66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0" u="none">
                <a:solidFill>
                  <a:srgbClr val="333333"/>
                </a:solidFill>
                <a:latin typeface="Aptos"/>
              </a:rPr>
              <a:t>▢ 1   ▢ 2   ▢ 3   ▢ 4   ▢ 5      (1 = not at all, 5 = 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548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 one thing would you change?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4000" y="2052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4000" y="2304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0000" y="2448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 was the most useful thing you learned?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4000" y="2952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4000" y="3204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0000" y="3348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What's the most useful change you could show someone you can do right now?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4000" y="3852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4000" y="4104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0000" y="4248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When you evaluate your own teaching and see a difference because of this, tell us: [facilitator email]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64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Anything else you want to tell us? (optional)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4000" y="5148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0000" y="5112000"/>
            <a:ext cx="6840000" cy="18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999999"/>
                </a:solidFill>
                <a:latin typeface="Aptos"/>
              </a:rPr>
              <a:t>Teaching That Lands · CC BY 4.0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000" y="5400000"/>
            <a:ext cx="7200000" cy="0"/>
          </a:xfrm>
          <a:prstGeom prst="line">
            <a:avLst/>
          </a:prstGeom>
          <a:ln w="9525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0000" y="5544000"/>
            <a:ext cx="6840000" cy="32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500" b="1" i="0" u="none">
                <a:solidFill>
                  <a:srgbClr val="333333"/>
                </a:solidFill>
                <a:latin typeface="Georgia"/>
              </a:rPr>
              <a:t>Teaching That Lands: your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5832000"/>
            <a:ext cx="6840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800" b="0" i="1" u="none">
                <a:solidFill>
                  <a:srgbClr val="6C6F85"/>
                </a:solidFill>
                <a:latin typeface="Aptos"/>
              </a:rPr>
              <a:t>Anonymous. About three minutes. Thank you. (The grey labels are Kirkpatrick's levels: this form is Day 3 in practice.)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6120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How happy were you with the sessions overall (organisation, room, pace)?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6372000"/>
            <a:ext cx="66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0" i="0" u="none">
                <a:solidFill>
                  <a:srgbClr val="333333"/>
                </a:solidFill>
                <a:latin typeface="Aptos"/>
              </a:rPr>
              <a:t>▢ 1   ▢ 2   ▢ 3   ▢ 4   ▢ 5      (1 = not at all, 5 = very)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80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 one thing would you change?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4000" y="7308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4000" y="7560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770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 was the most useful thing you learned?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4000" y="8208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4000" y="8460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0000" y="860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What's the most useful change you could show someone you can do right now?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4000" y="9108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4000" y="9360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0000" y="9504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When you evaluate your own teaching and see a difference because of this, tell us: [facilitator email]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>Level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" y="9900000"/>
            <a:ext cx="6840000" cy="25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333333"/>
                </a:solidFill>
                <a:latin typeface="Aptos"/>
              </a:rPr>
              <a:t>Anything else you want to tell us? (optional)  </a:t>
            </a:r>
            <a:r>
              <a:rPr sz="800" b="0" i="0" u="none">
                <a:solidFill>
                  <a:srgbClr val="999999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4000" y="10404000"/>
            <a:ext cx="6696000" cy="0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0000" y="10368000"/>
            <a:ext cx="6840000" cy="18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999999"/>
                </a:solidFill>
                <a:latin typeface="Aptos"/>
              </a:rPr>
              <a:t>Teaching That Lands ·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