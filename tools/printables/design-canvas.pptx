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Design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396000"/>
            <a:ext cx="10116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500" b="1" i="0" u="none">
                <a:solidFill>
                  <a:srgbClr val="333333"/>
                </a:solidFill>
                <a:latin typeface="Aptos"/>
              </a:rPr>
              <a:t>Name: ____________________     Your session: ______________________________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864000"/>
            <a:ext cx="3312000" cy="316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4F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936000"/>
            <a:ext cx="3168000" cy="32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400" b="1" i="0" u="none">
                <a:solidFill>
                  <a:srgbClr val="333333"/>
                </a:solidFill>
                <a:latin typeface="Georgia"/>
              </a:rPr>
              <a:t>1  Learners &amp;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224000"/>
            <a:ext cx="3168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1" u="none">
                <a:solidFill>
                  <a:srgbClr val="6C6F85"/>
                </a:solidFill>
                <a:latin typeface="Aptos"/>
              </a:rPr>
              <a:t>Who are they? What can they already do? Where will they use this?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90000" y="864000"/>
            <a:ext cx="3312000" cy="316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4F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2000" y="936000"/>
            <a:ext cx="3168000" cy="32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400" b="1" i="0" u="none">
                <a:solidFill>
                  <a:srgbClr val="333333"/>
                </a:solidFill>
                <a:latin typeface="Georgia"/>
              </a:rPr>
              <a:t>2 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2000" y="1224000"/>
            <a:ext cx="3168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1" u="none">
                <a:solidFill>
                  <a:srgbClr val="6C6F85"/>
                </a:solidFill>
                <a:latin typeface="Aptos"/>
              </a:rPr>
              <a:t>What happens now, and what should happen instead?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92000" y="864000"/>
            <a:ext cx="3312000" cy="316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4F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936000"/>
            <a:ext cx="3168000" cy="32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400" b="1" i="0" u="none">
                <a:solidFill>
                  <a:srgbClr val="333333"/>
                </a:solidFill>
                <a:latin typeface="Georgia"/>
              </a:rPr>
              <a:t>3 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4000" y="1224000"/>
            <a:ext cx="3168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1" u="none">
                <a:solidFill>
                  <a:srgbClr val="6C6F85"/>
                </a:solidFill>
                <a:latin typeface="Aptos"/>
              </a:rPr>
              <a:t>1–3 things they'll be able to do. Verbs you can see.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" y="4140000"/>
            <a:ext cx="3312000" cy="316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4F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4212000"/>
            <a:ext cx="3168000" cy="32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400" b="1" i="0" u="none">
                <a:solidFill>
                  <a:srgbClr val="333333"/>
                </a:solidFill>
                <a:latin typeface="Georgia"/>
              </a:rPr>
              <a:t>4 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4500000"/>
            <a:ext cx="3168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1" u="none">
                <a:solidFill>
                  <a:srgbClr val="6C6F85"/>
                </a:solidFill>
                <a:latin typeface="Aptos"/>
              </a:rPr>
              <a:t>For each outcome: what would you see, and when?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90000" y="4140000"/>
            <a:ext cx="3312000" cy="316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4F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2000" y="4212000"/>
            <a:ext cx="3168000" cy="32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400" b="1" i="0" u="none">
                <a:solidFill>
                  <a:srgbClr val="333333"/>
                </a:solidFill>
                <a:latin typeface="Georgia"/>
              </a:rPr>
              <a:t>5  Activities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2000" y="4500000"/>
            <a:ext cx="3168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1" u="none">
                <a:solidFill>
                  <a:srgbClr val="6C6F85"/>
                </a:solidFill>
                <a:latin typeface="Aptos"/>
              </a:rPr>
              <a:t>What will they practise, discuss or make?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92000" y="4140000"/>
            <a:ext cx="3312000" cy="316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4F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212000"/>
            <a:ext cx="3168000" cy="32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400" b="1" i="0" u="none">
                <a:solidFill>
                  <a:srgbClr val="333333"/>
                </a:solidFill>
                <a:latin typeface="Georgia"/>
              </a:rPr>
              <a:t>6  Follow-through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4000" y="4500000"/>
            <a:ext cx="3168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1" u="none">
                <a:solidFill>
                  <a:srgbClr val="6C6F85"/>
                </a:solidFill>
                <a:latin typeface="Aptos"/>
              </a:rPr>
              <a:t>30 / 60 / 90 days. Who will hold you to it? And what do you need from them?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